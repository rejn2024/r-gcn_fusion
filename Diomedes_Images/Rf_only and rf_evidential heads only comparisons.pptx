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DD2D-12D4-585D-68DC-6208988AE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3E8A9-842A-0D44-0C53-D0D009A85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E938E-778F-66EE-B99F-C8B5F8E7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8CE9D-A0D8-B7A5-0DB5-32A429E4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4678-7118-B98D-3108-E0849AE9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61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CB1F-F6A3-5580-1EFE-24FC139D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18EF-7174-9D46-5CE8-AE028DC36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80D9-63DB-9FAB-4A6E-51A561AB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77CAF-0194-D2D6-63BB-C239AE45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8DAA-81EE-BED1-D0D9-395D08F5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9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2900-A6EA-25ED-C068-5147C313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3307D-4BAB-99F6-C9E2-D526C2834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913C3-09CE-7980-B308-ED11814E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1838-CFDB-3F94-509B-5B203EA3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16140-E21F-788F-ECB7-863DF119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4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404C-D998-7CB1-EB8B-99EC23EC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707B-9145-70C4-0626-CDEBD73D2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52D6F-25B0-6C95-F9D6-844B46873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91DA2-7984-BC5B-6DD8-234FE851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08BF-487E-3868-FA51-54E8FA69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5044E-5269-FE79-D411-66A0A46D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12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F107-9D40-1E2B-7B85-8F7D92B0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8F6B0-0CE7-04C7-BEC4-0B3994AAF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9BA8F-105D-F18A-9FC3-E17BDE42F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96551-7F80-8C37-901F-539816173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72688-236F-9E86-743F-5CF9035D3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340F6-A738-63A0-9869-9AEDEDD0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98CA8-B064-DF8E-2FE9-58D7495D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92FE6-2023-998A-8F3D-9124E31E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82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559E-6FF6-1145-09EB-CE13346B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36E57-2B4E-E7DC-0FC7-8AE68BD5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9CF26-88F4-7021-EF21-048741A4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BFD4E-A280-C110-4A8C-BA2C8CAF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19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B8265-E2B2-EFA2-D9D1-6FE39C85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C5DCF-AF34-3652-2263-722232B3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3BFA8-6F27-3A00-9CFE-47B97EB1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84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D27C-6868-7318-630B-6E9057D8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538B7-003B-8B67-DF60-7FEA9CFE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2CE75-9D36-E140-7E8C-01F80B74C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ABCE6-459D-E714-35FE-213A6CCA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DAA07-DC11-4BEC-04D0-EABDEC9C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9A9C-6B7C-22A4-CDBC-1A3C60E7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82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9AAA-0D2D-9009-EA6E-19A461F8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965B9-3ACD-2C6B-25A3-2D497BF3157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AB2CA-C30F-E346-ADD7-72B80647D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FFBE-D73A-9D5F-6061-B3FAEABD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6FF41-F09B-84A4-497E-E16FA60E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63672-297F-EFD8-EDC9-CB714497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0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A5E1-8F77-CB06-ED54-6620958E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1421-59BD-D9F5-5765-0819C3B1B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E682-756C-F34B-76B7-C6253B76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2B327-8DBA-287B-EC13-2BE3CF21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8480C-1A6C-3618-0249-1B02B98F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11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39CE7-8F37-32E7-666B-58562C052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3748E-BB1C-2149-8D67-6E4B7C007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33653-033E-437F-3963-1D0DA8C9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8320C-184D-474E-CEBA-F4BA7777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A3605-C284-4F67-21FC-62E395CC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6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B5254-64E3-C538-C19C-F26F8977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A9E5F-3238-C029-4950-1B57A2D9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25256-7B54-2949-996A-AAF96A39D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7F0F4-C201-40B9-BF19-DC90A521E2FB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12D6F-D5A7-FC9D-CB33-B435F1D65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AB0C6-BBF7-B608-DAA0-F6F0D0194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B9498-FC62-4529-9C70-3B20F287D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19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45C6D-1314-FC59-03C0-25A33BB7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43"/>
            <a:ext cx="12192000" cy="68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5238-4226-2840-47E2-815EE632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9054-73E8-FE21-F32B-FF82341D5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918F3-D45B-C272-061F-9E54DCF3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43"/>
            <a:ext cx="12192000" cy="68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7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Nicklin</dc:creator>
  <cp:lastModifiedBy>Edward Nicklin</cp:lastModifiedBy>
  <cp:revision>1</cp:revision>
  <dcterms:created xsi:type="dcterms:W3CDTF">2026-10-02T16:18:38Z</dcterms:created>
  <dcterms:modified xsi:type="dcterms:W3CDTF">2026-10-02T17:39:49Z</dcterms:modified>
</cp:coreProperties>
</file>